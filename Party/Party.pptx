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120000" cx="3060000"/>
  <p:notesSz cx="6858000" cy="9144000"/>
  <p:embeddedFontLst>
    <p:embeddedFont>
      <p:font typeface="Spectral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8">
          <p15:clr>
            <a:srgbClr val="747775"/>
          </p15:clr>
        </p15:guide>
        <p15:guide id="2" pos="9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8" orient="horz"/>
        <p:guide pos="9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Spectral-boldItalic.fntdata"/><Relationship Id="rId9" Type="http://schemas.openxmlformats.org/officeDocument/2006/relationships/font" Target="fonts/Spectra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Spectral-regular.fntdata"/><Relationship Id="rId8" Type="http://schemas.openxmlformats.org/officeDocument/2006/relationships/font" Target="fonts/Spectral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572059" y="685800"/>
            <a:ext cx="171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572059" y="685800"/>
            <a:ext cx="171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4312" y="885934"/>
            <a:ext cx="2851200" cy="2442300"/>
          </a:xfrm>
          <a:prstGeom prst="rect">
            <a:avLst/>
          </a:prstGeom>
        </p:spPr>
        <p:txBody>
          <a:bodyPr anchorCtr="0" anchor="b" bIns="41700" lIns="41700" spcFirstLastPara="1" rIns="41700" wrap="square" tIns="4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1pPr>
            <a:lvl2pPr lvl="1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2pPr>
            <a:lvl3pPr lvl="2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3pPr>
            <a:lvl4pPr lvl="3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4pPr>
            <a:lvl5pPr lvl="4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5pPr>
            <a:lvl6pPr lvl="5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6pPr>
            <a:lvl7pPr lvl="6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7pPr>
            <a:lvl8pPr lvl="7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8pPr>
            <a:lvl9pPr lvl="8" algn="ctr">
              <a:spcBef>
                <a:spcPts val="0"/>
              </a:spcBef>
              <a:spcAft>
                <a:spcPts val="0"/>
              </a:spcAft>
              <a:buSzPts val="2372"/>
              <a:buNone/>
              <a:defRPr sz="237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4309" y="3372187"/>
            <a:ext cx="2851200" cy="9432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4309" y="2559192"/>
            <a:ext cx="2851200" cy="10017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1pPr>
            <a:lvl2pPr lvl="1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2pPr>
            <a:lvl3pPr lvl="2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3pPr>
            <a:lvl4pPr lvl="3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4pPr>
            <a:lvl5pPr lvl="4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5pPr>
            <a:lvl6pPr lvl="5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6pPr>
            <a:lvl7pPr lvl="6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7pPr>
            <a:lvl8pPr lvl="7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8pPr>
            <a:lvl9pPr lvl="8" algn="ctr">
              <a:spcBef>
                <a:spcPts val="0"/>
              </a:spcBef>
              <a:spcAft>
                <a:spcPts val="0"/>
              </a:spcAft>
              <a:buSzPts val="1642"/>
              <a:buNone/>
              <a:defRPr sz="1642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4309" y="529514"/>
            <a:ext cx="2851200" cy="6813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1pPr>
            <a:lvl2pPr lvl="1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2pPr>
            <a:lvl3pPr lvl="2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3pPr>
            <a:lvl4pPr lvl="3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4pPr>
            <a:lvl5pPr lvl="4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5pPr>
            <a:lvl6pPr lvl="5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6pPr>
            <a:lvl7pPr lvl="6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7pPr>
            <a:lvl8pPr lvl="7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8pPr>
            <a:lvl9pPr lvl="8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4309" y="1371274"/>
            <a:ext cx="2851200" cy="40650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indent="-280734" lvl="0" marL="457200">
              <a:spcBef>
                <a:spcPts val="0"/>
              </a:spcBef>
              <a:spcAft>
                <a:spcPts val="0"/>
              </a:spcAft>
              <a:buSzPts val="821"/>
              <a:buChar char="●"/>
              <a:defRPr sz="821"/>
            </a:lvl1pPr>
            <a:lvl2pPr indent="-269148" lvl="1" marL="9144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2pPr>
            <a:lvl3pPr indent="-269148" lvl="2" marL="13716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3pPr>
            <a:lvl4pPr indent="-269148" lvl="3" marL="18288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4pPr>
            <a:lvl5pPr indent="-269148" lvl="4" marL="22860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5pPr>
            <a:lvl6pPr indent="-269148" lvl="5" marL="27432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6pPr>
            <a:lvl7pPr indent="-269148" lvl="6" marL="32004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7pPr>
            <a:lvl8pPr indent="-269148" lvl="7" marL="36576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8pPr>
            <a:lvl9pPr indent="-269148" lvl="8" marL="41148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4309" y="529514"/>
            <a:ext cx="2851200" cy="6813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1pPr>
            <a:lvl2pPr lvl="1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2pPr>
            <a:lvl3pPr lvl="2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3pPr>
            <a:lvl4pPr lvl="3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4pPr>
            <a:lvl5pPr lvl="4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5pPr>
            <a:lvl6pPr lvl="5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6pPr>
            <a:lvl7pPr lvl="6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7pPr>
            <a:lvl8pPr lvl="7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8pPr>
            <a:lvl9pPr lvl="8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4309" y="1371274"/>
            <a:ext cx="1338900" cy="40650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indent="-269148" lvl="0" marL="4572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1pPr>
            <a:lvl2pPr indent="-263355" lvl="1" marL="9144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2pPr>
            <a:lvl3pPr indent="-263355" lvl="2" marL="13716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3pPr>
            <a:lvl4pPr indent="-263355" lvl="3" marL="18288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4pPr>
            <a:lvl5pPr indent="-263355" lvl="4" marL="22860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5pPr>
            <a:lvl6pPr indent="-263355" lvl="5" marL="27432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6pPr>
            <a:lvl7pPr indent="-263355" lvl="6" marL="32004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7pPr>
            <a:lvl8pPr indent="-263356" lvl="7" marL="36576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8pPr>
            <a:lvl9pPr indent="-263356" lvl="8" marL="41148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17142" y="1371274"/>
            <a:ext cx="1338900" cy="40650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indent="-269148" lvl="0" marL="4572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1pPr>
            <a:lvl2pPr indent="-263355" lvl="1" marL="9144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2pPr>
            <a:lvl3pPr indent="-263355" lvl="2" marL="13716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3pPr>
            <a:lvl4pPr indent="-263355" lvl="3" marL="18288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4pPr>
            <a:lvl5pPr indent="-263355" lvl="4" marL="22860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5pPr>
            <a:lvl6pPr indent="-263355" lvl="5" marL="27432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6pPr>
            <a:lvl7pPr indent="-263355" lvl="6" marL="32004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7pPr>
            <a:lvl8pPr indent="-263356" lvl="7" marL="36576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8pPr>
            <a:lvl9pPr indent="-263356" lvl="8" marL="41148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4309" y="529514"/>
            <a:ext cx="2851200" cy="6813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1pPr>
            <a:lvl2pPr lvl="1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2pPr>
            <a:lvl3pPr lvl="2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3pPr>
            <a:lvl4pPr lvl="3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4pPr>
            <a:lvl5pPr lvl="4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5pPr>
            <a:lvl6pPr lvl="5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6pPr>
            <a:lvl7pPr lvl="6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7pPr>
            <a:lvl8pPr lvl="7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8pPr>
            <a:lvl9pPr lvl="8">
              <a:spcBef>
                <a:spcPts val="0"/>
              </a:spcBef>
              <a:spcAft>
                <a:spcPts val="0"/>
              </a:spcAft>
              <a:buSzPts val="1277"/>
              <a:buNone/>
              <a:defRPr sz="127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4309" y="661081"/>
            <a:ext cx="939600" cy="899400"/>
          </a:xfrm>
          <a:prstGeom prst="rect">
            <a:avLst/>
          </a:prstGeom>
        </p:spPr>
        <p:txBody>
          <a:bodyPr anchorCtr="0" anchor="b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1pPr>
            <a:lvl2pPr lvl="1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2pPr>
            <a:lvl3pPr lvl="2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3pPr>
            <a:lvl4pPr lvl="3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4pPr>
            <a:lvl5pPr lvl="4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5pPr>
            <a:lvl6pPr lvl="5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6pPr>
            <a:lvl7pPr lvl="6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7pPr>
            <a:lvl8pPr lvl="7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8pPr>
            <a:lvl9pPr lvl="8">
              <a:spcBef>
                <a:spcPts val="0"/>
              </a:spcBef>
              <a:spcAft>
                <a:spcPts val="0"/>
              </a:spcAft>
              <a:buSzPts val="1095"/>
              <a:buNone/>
              <a:defRPr sz="1095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4309" y="1653417"/>
            <a:ext cx="939600" cy="37833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indent="-263355" lvl="0" marL="4572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1pPr>
            <a:lvl2pPr indent="-263355" lvl="1" marL="9144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2pPr>
            <a:lvl3pPr indent="-263355" lvl="2" marL="13716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3pPr>
            <a:lvl4pPr indent="-263355" lvl="3" marL="18288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4pPr>
            <a:lvl5pPr indent="-263355" lvl="4" marL="22860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5pPr>
            <a:lvl6pPr indent="-263355" lvl="5" marL="27432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6pPr>
            <a:lvl7pPr indent="-263355" lvl="6" marL="3200400">
              <a:spcBef>
                <a:spcPts val="0"/>
              </a:spcBef>
              <a:spcAft>
                <a:spcPts val="0"/>
              </a:spcAft>
              <a:buSzPts val="547"/>
              <a:buChar char="●"/>
              <a:defRPr sz="547"/>
            </a:lvl7pPr>
            <a:lvl8pPr indent="-263356" lvl="7" marL="3657600">
              <a:spcBef>
                <a:spcPts val="0"/>
              </a:spcBef>
              <a:spcAft>
                <a:spcPts val="0"/>
              </a:spcAft>
              <a:buSzPts val="547"/>
              <a:buChar char="○"/>
              <a:defRPr sz="547"/>
            </a:lvl8pPr>
            <a:lvl9pPr indent="-263356" lvl="8" marL="4114800">
              <a:spcBef>
                <a:spcPts val="0"/>
              </a:spcBef>
              <a:spcAft>
                <a:spcPts val="0"/>
              </a:spcAft>
              <a:buSzPts val="547"/>
              <a:buChar char="■"/>
              <a:defRPr sz="54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4060" y="535612"/>
            <a:ext cx="2130900" cy="48675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1pPr>
            <a:lvl2pPr lvl="1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2pPr>
            <a:lvl3pPr lvl="2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3pPr>
            <a:lvl4pPr lvl="3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4pPr>
            <a:lvl5pPr lvl="4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5pPr>
            <a:lvl6pPr lvl="5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6pPr>
            <a:lvl7pPr lvl="6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7pPr>
            <a:lvl8pPr lvl="7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8pPr>
            <a:lvl9pPr lvl="8">
              <a:spcBef>
                <a:spcPts val="0"/>
              </a:spcBef>
              <a:spcAft>
                <a:spcPts val="0"/>
              </a:spcAft>
              <a:buSzPts val="2189"/>
              <a:buNone/>
              <a:defRPr sz="21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30000" y="-149"/>
            <a:ext cx="1530000" cy="61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1700" lIns="41700" spcFirstLastPara="1" rIns="41700" wrap="square" tIns="4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8848" y="1467295"/>
            <a:ext cx="1353600" cy="1763700"/>
          </a:xfrm>
          <a:prstGeom prst="rect">
            <a:avLst/>
          </a:prstGeom>
        </p:spPr>
        <p:txBody>
          <a:bodyPr anchorCtr="0" anchor="b" bIns="41700" lIns="41700" spcFirstLastPara="1" rIns="41700" wrap="square" tIns="4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1pPr>
            <a:lvl2pPr lvl="1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2pPr>
            <a:lvl3pPr lvl="2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3pPr>
            <a:lvl4pPr lvl="3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4pPr>
            <a:lvl5pPr lvl="4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5pPr>
            <a:lvl6pPr lvl="5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6pPr>
            <a:lvl7pPr lvl="6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7pPr>
            <a:lvl8pPr lvl="7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8pPr>
            <a:lvl9pPr lvl="8" algn="ctr">
              <a:spcBef>
                <a:spcPts val="0"/>
              </a:spcBef>
              <a:spcAft>
                <a:spcPts val="0"/>
              </a:spcAft>
              <a:buSzPts val="1916"/>
              <a:buNone/>
              <a:defRPr sz="1916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8848" y="3335242"/>
            <a:ext cx="1353600" cy="14694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8"/>
              <a:buNone/>
              <a:defRPr sz="958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52982" y="861542"/>
            <a:ext cx="1284000" cy="43965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indent="-280734" lvl="0" marL="457200">
              <a:spcBef>
                <a:spcPts val="0"/>
              </a:spcBef>
              <a:spcAft>
                <a:spcPts val="0"/>
              </a:spcAft>
              <a:buSzPts val="821"/>
              <a:buChar char="●"/>
              <a:defRPr sz="821"/>
            </a:lvl1pPr>
            <a:lvl2pPr indent="-269148" lvl="1" marL="9144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2pPr>
            <a:lvl3pPr indent="-269148" lvl="2" marL="13716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3pPr>
            <a:lvl4pPr indent="-269148" lvl="3" marL="18288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4pPr>
            <a:lvl5pPr indent="-269148" lvl="4" marL="22860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5pPr>
            <a:lvl6pPr indent="-269148" lvl="5" marL="27432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6pPr>
            <a:lvl7pPr indent="-269148" lvl="6" marL="3200400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7pPr>
            <a:lvl8pPr indent="-269148" lvl="7" marL="3657600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8pPr>
            <a:lvl9pPr indent="-269148" lvl="8" marL="4114800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4309" y="5033755"/>
            <a:ext cx="2007300" cy="7197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21"/>
              <a:buNone/>
              <a:defRPr sz="821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4309" y="1316124"/>
            <a:ext cx="2851200" cy="2336400"/>
          </a:xfrm>
          <a:prstGeom prst="rect">
            <a:avLst/>
          </a:prstGeom>
        </p:spPr>
        <p:txBody>
          <a:bodyPr anchorCtr="0" anchor="b" bIns="41700" lIns="41700" spcFirstLastPara="1" rIns="41700" wrap="square" tIns="41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1pPr>
            <a:lvl2pPr lvl="1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2pPr>
            <a:lvl3pPr lvl="2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3pPr>
            <a:lvl4pPr lvl="3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4pPr>
            <a:lvl5pPr lvl="4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5pPr>
            <a:lvl6pPr lvl="5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6pPr>
            <a:lvl7pPr lvl="6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7pPr>
            <a:lvl8pPr lvl="7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8pPr>
            <a:lvl9pPr lvl="8" algn="ctr">
              <a:spcBef>
                <a:spcPts val="0"/>
              </a:spcBef>
              <a:spcAft>
                <a:spcPts val="0"/>
              </a:spcAft>
              <a:buSzPts val="5473"/>
              <a:buNone/>
              <a:defRPr sz="547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4309" y="3750679"/>
            <a:ext cx="2851200" cy="15477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>
            <a:lvl1pPr indent="-280734" lvl="0" marL="457200" algn="ctr">
              <a:spcBef>
                <a:spcPts val="0"/>
              </a:spcBef>
              <a:spcAft>
                <a:spcPts val="0"/>
              </a:spcAft>
              <a:buSzPts val="821"/>
              <a:buChar char="●"/>
              <a:defRPr sz="821"/>
            </a:lvl1pPr>
            <a:lvl2pPr indent="-269148" lvl="1" marL="914400" algn="ctr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2pPr>
            <a:lvl3pPr indent="-269148" lvl="2" marL="1371600" algn="ctr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3pPr>
            <a:lvl4pPr indent="-269148" lvl="3" marL="1828800" algn="ctr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4pPr>
            <a:lvl5pPr indent="-269148" lvl="4" marL="2286000" algn="ctr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5pPr>
            <a:lvl6pPr indent="-269148" lvl="5" marL="2743200" algn="ctr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6pPr>
            <a:lvl7pPr indent="-269148" lvl="6" marL="3200400" algn="ctr">
              <a:spcBef>
                <a:spcPts val="0"/>
              </a:spcBef>
              <a:spcAft>
                <a:spcPts val="0"/>
              </a:spcAft>
              <a:buSzPts val="639"/>
              <a:buChar char="●"/>
              <a:defRPr sz="639"/>
            </a:lvl7pPr>
            <a:lvl8pPr indent="-269148" lvl="7" marL="3657600" algn="ctr">
              <a:spcBef>
                <a:spcPts val="0"/>
              </a:spcBef>
              <a:spcAft>
                <a:spcPts val="0"/>
              </a:spcAft>
              <a:buSzPts val="639"/>
              <a:buChar char="○"/>
              <a:defRPr sz="639"/>
            </a:lvl8pPr>
            <a:lvl9pPr indent="-269148" lvl="8" marL="4114800" algn="ctr">
              <a:spcBef>
                <a:spcPts val="0"/>
              </a:spcBef>
              <a:spcAft>
                <a:spcPts val="0"/>
              </a:spcAft>
              <a:buSzPts val="639"/>
              <a:buChar char="■"/>
              <a:defRPr sz="63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</p:spPr>
        <p:txBody>
          <a:bodyPr anchorCtr="0" anchor="ctr" bIns="41700" lIns="41700" spcFirstLastPara="1" rIns="41700" wrap="square" tIns="41700">
            <a:normAutofit/>
          </a:bodyPr>
          <a:lstStyle>
            <a:lvl1pPr lvl="0">
              <a:buNone/>
              <a:defRPr sz="456"/>
            </a:lvl1pPr>
            <a:lvl2pPr lvl="1">
              <a:buNone/>
              <a:defRPr sz="456"/>
            </a:lvl2pPr>
            <a:lvl3pPr lvl="2">
              <a:buNone/>
              <a:defRPr sz="456"/>
            </a:lvl3pPr>
            <a:lvl4pPr lvl="3">
              <a:buNone/>
              <a:defRPr sz="456"/>
            </a:lvl4pPr>
            <a:lvl5pPr lvl="4">
              <a:buNone/>
              <a:defRPr sz="456"/>
            </a:lvl5pPr>
            <a:lvl6pPr lvl="5">
              <a:buNone/>
              <a:defRPr sz="456"/>
            </a:lvl6pPr>
            <a:lvl7pPr lvl="6">
              <a:buNone/>
              <a:defRPr sz="456"/>
            </a:lvl7pPr>
            <a:lvl8pPr lvl="7">
              <a:buNone/>
              <a:defRPr sz="456"/>
            </a:lvl8pPr>
            <a:lvl9pPr lvl="8">
              <a:buNone/>
              <a:defRPr sz="456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4309" y="529514"/>
            <a:ext cx="28512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700" lIns="41700" spcFirstLastPara="1" rIns="41700" wrap="square" tIns="41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7"/>
              <a:buNone/>
              <a:defRPr sz="127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4309" y="1371274"/>
            <a:ext cx="28512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700" lIns="41700" spcFirstLastPara="1" rIns="41700" wrap="square" tIns="41700">
            <a:normAutofit/>
          </a:bodyPr>
          <a:lstStyle>
            <a:lvl1pPr indent="-280734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1"/>
              <a:buChar char="●"/>
              <a:defRPr sz="821">
                <a:solidFill>
                  <a:schemeClr val="dk2"/>
                </a:solidFill>
              </a:defRPr>
            </a:lvl1pPr>
            <a:lvl2pPr indent="-26914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○"/>
              <a:defRPr sz="639">
                <a:solidFill>
                  <a:schemeClr val="dk2"/>
                </a:solidFill>
              </a:defRPr>
            </a:lvl2pPr>
            <a:lvl3pPr indent="-26914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■"/>
              <a:defRPr sz="639">
                <a:solidFill>
                  <a:schemeClr val="dk2"/>
                </a:solidFill>
              </a:defRPr>
            </a:lvl3pPr>
            <a:lvl4pPr indent="-26914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●"/>
              <a:defRPr sz="639">
                <a:solidFill>
                  <a:schemeClr val="dk2"/>
                </a:solidFill>
              </a:defRPr>
            </a:lvl4pPr>
            <a:lvl5pPr indent="-26914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○"/>
              <a:defRPr sz="639">
                <a:solidFill>
                  <a:schemeClr val="dk2"/>
                </a:solidFill>
              </a:defRPr>
            </a:lvl5pPr>
            <a:lvl6pPr indent="-26914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■"/>
              <a:defRPr sz="639">
                <a:solidFill>
                  <a:schemeClr val="dk2"/>
                </a:solidFill>
              </a:defRPr>
            </a:lvl6pPr>
            <a:lvl7pPr indent="-26914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●"/>
              <a:defRPr sz="639">
                <a:solidFill>
                  <a:schemeClr val="dk2"/>
                </a:solidFill>
              </a:defRPr>
            </a:lvl7pPr>
            <a:lvl8pPr indent="-26914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○"/>
              <a:defRPr sz="639">
                <a:solidFill>
                  <a:schemeClr val="dk2"/>
                </a:solidFill>
              </a:defRPr>
            </a:lvl8pPr>
            <a:lvl9pPr indent="-26914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9"/>
              <a:buChar char="■"/>
              <a:defRPr sz="63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35271" y="5548534"/>
            <a:ext cx="183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41700" spcFirstLastPara="1" rIns="41700" wrap="square" tIns="41700">
            <a:normAutofit/>
          </a:bodyPr>
          <a:lstStyle>
            <a:lvl1pPr lvl="0" algn="r">
              <a:buNone/>
              <a:defRPr sz="456">
                <a:solidFill>
                  <a:schemeClr val="dk2"/>
                </a:solidFill>
              </a:defRPr>
            </a:lvl1pPr>
            <a:lvl2pPr lvl="1" algn="r">
              <a:buNone/>
              <a:defRPr sz="456">
                <a:solidFill>
                  <a:schemeClr val="dk2"/>
                </a:solidFill>
              </a:defRPr>
            </a:lvl2pPr>
            <a:lvl3pPr lvl="2" algn="r">
              <a:buNone/>
              <a:defRPr sz="456">
                <a:solidFill>
                  <a:schemeClr val="dk2"/>
                </a:solidFill>
              </a:defRPr>
            </a:lvl3pPr>
            <a:lvl4pPr lvl="3" algn="r">
              <a:buNone/>
              <a:defRPr sz="456">
                <a:solidFill>
                  <a:schemeClr val="dk2"/>
                </a:solidFill>
              </a:defRPr>
            </a:lvl4pPr>
            <a:lvl5pPr lvl="4" algn="r">
              <a:buNone/>
              <a:defRPr sz="456">
                <a:solidFill>
                  <a:schemeClr val="dk2"/>
                </a:solidFill>
              </a:defRPr>
            </a:lvl5pPr>
            <a:lvl6pPr lvl="5" algn="r">
              <a:buNone/>
              <a:defRPr sz="456">
                <a:solidFill>
                  <a:schemeClr val="dk2"/>
                </a:solidFill>
              </a:defRPr>
            </a:lvl6pPr>
            <a:lvl7pPr lvl="6" algn="r">
              <a:buNone/>
              <a:defRPr sz="456">
                <a:solidFill>
                  <a:schemeClr val="dk2"/>
                </a:solidFill>
              </a:defRPr>
            </a:lvl7pPr>
            <a:lvl8pPr lvl="7" algn="r">
              <a:buNone/>
              <a:defRPr sz="456">
                <a:solidFill>
                  <a:schemeClr val="dk2"/>
                </a:solidFill>
              </a:defRPr>
            </a:lvl8pPr>
            <a:lvl9pPr lvl="8" algn="r">
              <a:buNone/>
              <a:defRPr sz="456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ehcoinvitaciones.com.mx/Kari-Rafa/kari-rafa.html" TargetMode="External"/><Relationship Id="rId6" Type="http://schemas.openxmlformats.org/officeDocument/2006/relationships/hyperlink" Target="https://ehcoinvitaciones.com.mx/Kari-Rafa/kari-raf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8675" y="1501850"/>
            <a:ext cx="1833300" cy="1170300"/>
          </a:xfrm>
          <a:prstGeom prst="rect">
            <a:avLst/>
          </a:prstGeom>
        </p:spPr>
        <p:txBody>
          <a:bodyPr anchorCtr="0" anchor="b" bIns="41700" lIns="41700" spcFirstLastPara="1" rIns="41700" wrap="square" tIns="41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Spectral"/>
                <a:ea typeface="Spectral"/>
                <a:cs typeface="Spectral"/>
                <a:sym typeface="Spectral"/>
              </a:rPr>
              <a:t>KARYME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Spectral"/>
                <a:ea typeface="Spectral"/>
                <a:cs typeface="Spectral"/>
                <a:sym typeface="Spectral"/>
              </a:rPr>
              <a:t>&amp; RAFAEL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4600" y="2832800"/>
            <a:ext cx="2590800" cy="2544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Tenemos el honor de invitarlos a nuestra boda.</a:t>
            </a:r>
            <a:endParaRPr sz="877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56" name="Google Shape;56;p13" title="flowers-yel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34600" y="-400975"/>
            <a:ext cx="3326275" cy="33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34600" y="3068685"/>
            <a:ext cx="2590800" cy="2544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77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SÁBADO 31 DE OCTUBRE 2026</a:t>
            </a:r>
            <a:r>
              <a:rPr lang="es-419" sz="1177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1177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526650" y="3247850"/>
            <a:ext cx="2006700" cy="2544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Hemos reser</a:t>
            </a: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vado </a:t>
            </a:r>
            <a:endParaRPr sz="877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613350" y="3646662"/>
            <a:ext cx="1833300" cy="2544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77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1 </a:t>
            </a:r>
            <a:r>
              <a:rPr lang="es-419" sz="1177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LUGAR</a:t>
            </a:r>
            <a:endParaRPr sz="1177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94800" y="4018609"/>
            <a:ext cx="2160000" cy="5739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Para que nos </a:t>
            </a: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acompañes</a:t>
            </a:r>
            <a:r>
              <a:rPr lang="es-419" sz="877">
                <a:latin typeface="Spectral"/>
                <a:ea typeface="Spectral"/>
                <a:cs typeface="Spectral"/>
                <a:sym typeface="Spectral"/>
              </a:rPr>
              <a:t> y celebres con nosotros. </a:t>
            </a:r>
            <a:endParaRPr sz="877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450000" y="4444276"/>
            <a:ext cx="2160000" cy="351600"/>
          </a:xfrm>
          <a:prstGeom prst="rect">
            <a:avLst/>
          </a:prstGeom>
        </p:spPr>
        <p:txBody>
          <a:bodyPr anchorCtr="0" anchor="t" bIns="41700" lIns="41700" spcFirstLastPara="1" rIns="41700" wrap="square" tIns="41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-419" sz="850">
                <a:latin typeface="Spectral"/>
                <a:ea typeface="Spectral"/>
                <a:cs typeface="Spectral"/>
                <a:sym typeface="Spectral"/>
              </a:rPr>
              <a:t>Da click en el siguiente </a:t>
            </a:r>
            <a:r>
              <a:rPr lang="es-419" sz="850">
                <a:latin typeface="Spectral"/>
                <a:ea typeface="Spectral"/>
                <a:cs typeface="Spectral"/>
                <a:sym typeface="Spectral"/>
              </a:rPr>
              <a:t>botón</a:t>
            </a:r>
            <a:r>
              <a:rPr lang="es-419" sz="850">
                <a:latin typeface="Spectral"/>
                <a:ea typeface="Spectral"/>
                <a:cs typeface="Spectral"/>
                <a:sym typeface="Spectral"/>
              </a:rPr>
              <a:t> para acceder a la </a:t>
            </a:r>
            <a:r>
              <a:rPr lang="es-419" sz="850">
                <a:latin typeface="Spectral"/>
                <a:ea typeface="Spectral"/>
                <a:cs typeface="Spectral"/>
                <a:sym typeface="Spectral"/>
              </a:rPr>
              <a:t>invitación</a:t>
            </a:r>
            <a:r>
              <a:rPr lang="es-419" sz="850">
                <a:latin typeface="Spectral"/>
                <a:ea typeface="Spectral"/>
                <a:cs typeface="Spectral"/>
                <a:sym typeface="Spectral"/>
              </a:rPr>
              <a:t> y conocer todos los detalles.</a:t>
            </a:r>
            <a:endParaRPr sz="85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893850" y="5523900"/>
            <a:ext cx="1161900" cy="25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AQU</a:t>
            </a:r>
            <a:r>
              <a:rPr lang="es-419" sz="1100">
                <a:solidFill>
                  <a:schemeClr val="dk2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Í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3" name="Google Shape;63;p13" title="flowers-yel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993677">
            <a:off x="1959455" y="5636298"/>
            <a:ext cx="1453146" cy="1453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